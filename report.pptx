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ForgePractice SEO Audit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SEO Analysis Report</a:t>
            </a:r>
          </a:p>
          <a:p>
            <a:r>
              <a:t>Date: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Organic Traffic: 12,500</a:t>
            </a:r>
          </a:p>
          <a:p>
            <a:pPr/>
            <a:r>
              <a:t>Avg Position: 14.2</a:t>
            </a:r>
          </a:p>
          <a:p>
            <a:pPr/>
            <a:r>
              <a:t>Backlinks: 450</a:t>
            </a:r>
          </a:p>
          <a:p>
            <a:pPr/>
            <a:r>
              <a:t>Domain Authority: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python automation - Pos: 5 (Vol: 1200)</a:t>
            </a:r>
          </a:p>
          <a:p>
            <a:pPr/>
            <a:r>
              <a:t>seo reporting tool - Pos: 12 (Vol: 800)</a:t>
            </a:r>
          </a:p>
          <a:p>
            <a:pPr/>
            <a:r>
              <a:t>weasyprint pdf - Pos: 3 (Vol: 500)</a:t>
            </a:r>
          </a:p>
          <a:p>
            <a:pPr/>
            <a:r>
              <a:t>pptx generation python - Pos: 8 (Vol: 300)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Optimize meta titles for top 5 pages</a:t>
            </a:r>
          </a:p>
          <a:p>
            <a:pPr/>
            <a:r>
              <a:t>Increase internal linking to high-conversion pages</a:t>
            </a:r>
          </a:p>
          <a:p>
            <a:pPr/>
            <a:r>
              <a:t>Fix 404 errors identified in the crawl</a:t>
            </a:r>
          </a:p>
          <a:p>
            <a:pPr/>
            <a:r>
              <a:t>Improve page load speed for mobile devices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