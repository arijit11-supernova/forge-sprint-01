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SEO Audit Report: nmgtechnologies.com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2026-06-06</a:t>
            </a:r>
          </a:p>
          <a:p>
            <a:r>
              <a:t>SEO Command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URLs Crawled: 456</a:t>
            </a:r>
          </a:p>
          <a:p>
            <a:r>
              <a:t>Total Issues Detected: 12</a:t>
            </a:r>
          </a:p>
          <a:p/>
          <a:p>
            <a:r>
              <a:t>High Severity: 2</a:t>
            </a:r>
          </a:p>
          <a:p>
            <a:r>
              <a:t>Medium Severity: 5</a:t>
            </a:r>
          </a:p>
          <a:p>
            <a:r>
              <a:t>Low Severity: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Issues (High)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duplicate_title: 12 pages</a:t>
            </a:r>
          </a:p>
          <a:p>
            <a:r>
              <a:t>- broken_link: 6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Warning Issues (Medium)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title_too_long: 63 pages</a:t>
            </a:r>
          </a:p>
          <a:p>
            <a:r>
              <a:t>- duplicate_meta_description: 16 pages</a:t>
            </a:r>
          </a:p>
          <a:p>
            <a:r>
              <a:t>- missing_h1: 2 pages</a:t>
            </a:r>
          </a:p>
          <a:p>
            <a:r>
              <a:t>- redirect: 7 pages</a:t>
            </a:r>
          </a:p>
          <a:p>
            <a:r>
              <a:t>- non_indexable_but_linked: 2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Fix the 12 High-severity 'duplicate_title' issue(s) first.</a:t>
            </a:r>
          </a:p>
          <a:p>
            <a:r>
              <a:t>- Fix the 6 High-severity 'broken_link' issue(s) first.</a:t>
            </a:r>
          </a:p>
          <a:p>
            <a:r>
              <a:t>- Fix the 63 Medium-severity 'title_too_long' issue(s) first.</a:t>
            </a:r>
          </a:p>
          <a:p>
            <a:r>
              <a:t>- Fix the 16 Medium-severity 'duplicate_meta_description' issue(s) first.</a:t>
            </a:r>
          </a:p>
          <a:p>
            <a:r>
              <a:t>- Fix the 2 Medium-severity 'missing_h1' issue(s)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